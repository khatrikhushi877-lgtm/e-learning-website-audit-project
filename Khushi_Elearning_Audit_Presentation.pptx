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E-Learning Website Auditing and Digital Marketing Implementation</a:t>
            </a:r>
          </a:p>
          <a:p>
            <a:r>
              <a:t>Website: Coursera</a:t>
            </a:r>
          </a:p>
          <a:p>
            <a:r>
              <a:t>Student: Khushi</a:t>
            </a:r>
          </a:p>
          <a:p>
            <a:r>
              <a:t>Date: 24-06-2026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an e-learning website and create a digital marketing strategy to improve performance, SEO, UX, and conversions.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Coursera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e-learning platform offering online courses, certifications, and degree programs.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Website Audit</a:t>
            </a:r>
          </a:p>
          <a:p>
            <a:r>
              <a:t>• SEO Analysis</a:t>
            </a:r>
          </a:p>
          <a:p>
            <a:r>
              <a:t>• UX Analysis</a:t>
            </a:r>
          </a:p>
          <a:p>
            <a:r>
              <a:t>• Content Strategy</a:t>
            </a:r>
          </a:p>
          <a:p>
            <a:r>
              <a:t>• Social Media Strategy</a:t>
            </a:r>
          </a:p>
          <a:p>
            <a:r>
              <a:t>• Paid Ads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Audit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performance, Core Web Vitals, mobile experience, navigation, and SEO.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Web Vitals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LCP: 3.8s</a:t>
            </a:r>
          </a:p>
          <a:p>
            <a:r>
              <a:t>INP: 557ms</a:t>
            </a:r>
          </a:p>
          <a:p>
            <a:r>
              <a:t>CLS: 0.06</a:t>
            </a:r>
          </a:p>
          <a:p>
            <a:r>
              <a:t>FCP: 2.8s</a:t>
            </a:r>
          </a:p>
          <a:p>
            <a:r>
              <a:t>TTFB: 2.1s</a:t>
            </a:r>
          </a:p>
          <a:p>
            <a:r>
              <a:t>Status: Failed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SEO Audit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 HTTPS, mobile friendly, strong authority.</a:t>
            </a:r>
          </a:p>
          <a:p>
            <a:r>
              <a:t>Weaknesses: speed issues, heavy JS, slow server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UX Audit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design and navigation.</a:t>
            </a:r>
          </a:p>
          <a:p>
            <a:r>
              <a:t>Needs faster loading, stronger CTA visibility, and simplified homepage.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Slow loading speed</a:t>
            </a:r>
          </a:p>
          <a:p>
            <a:r>
              <a:t>2. Poor interaction responsiveness</a:t>
            </a:r>
          </a:p>
          <a:p>
            <a:r>
              <a:t>3. High server response time</a:t>
            </a:r>
          </a:p>
          <a:p>
            <a:r>
              <a:t>4. Mobile performance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Redesign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Simplify layout, improve hierarchy, stronger CTAs, testimonials, trust badges, and cleaner navigation.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Courses</a:t>
            </a:r>
          </a:p>
          <a:p>
            <a:r>
              <a:t>Learn Online</a:t>
            </a:r>
          </a:p>
          <a:p>
            <a:r>
              <a:t>Digital Marketing Course</a:t>
            </a:r>
          </a:p>
          <a:p>
            <a:r>
              <a:t>Web Development Course</a:t>
            </a:r>
          </a:p>
          <a:p>
            <a:r>
              <a:t>Professional Certification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SEO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CWV, compress images, lazy loading, browser caching, internal linking, and metadata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Marketing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Blogs, student success stories, career guidance articles, educational content, and tutorials.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Instagram Reels, LinkedIn insights, YouTube tutorials, student testimonials, and weekly posting plan.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Paid Advertising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Ads: ₹10,000/month</a:t>
            </a:r>
          </a:p>
          <a:p>
            <a:r>
              <a:t>Meta Ads: ₹5,000/month</a:t>
            </a:r>
          </a:p>
          <a:p>
            <a:r>
              <a:t>Target students, professionals, and job seekers.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Coursera can improve speed, SEO, UX, and conversions through the proposed digital marketing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